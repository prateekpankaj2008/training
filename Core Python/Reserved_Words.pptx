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4CBB9-C82B-44EA-89C9-FDCCFC733B0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179AC-3D1C-4286-B64C-2B2194280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71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C45D-F207-44FD-9E19-57BE5E22CF59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14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CF8A-B1CC-40AF-80E3-DB9EFB4CA84D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8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2052-420C-4BDB-912C-17F4A5D45FCA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0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96A5-CCE3-4CBC-9CB0-EB48857882A5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15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A1D7D-684B-4816-855E-30082D6E95F6}" type="datetime1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5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058B-7D5D-4568-B25B-C49105965F45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8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14BE-31BF-4469-BA56-D6E6B552395E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21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0212-D337-4B17-9B83-403F1E59B19E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9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7F4C1-F57A-45B3-90B2-FB181ABB9A07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83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C958-5B3D-4292-AB4F-AE1D0E342B94}" type="datetime1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8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3B0B6-7858-4E2A-BFAE-B566EF225315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6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9358-70A2-4453-B5BA-641BF2520034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0108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18A-63EB-486B-B4D4-F5FEB836E752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12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5F469-B03C-4D5D-9A5C-56FAD60A972F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23C3-DC7B-4E26-B6EE-D9AFA03433AC}" type="datetime1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15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696B2-ECA2-46A8-95E7-B00B14F940D4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1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0CCA3-D779-4A3D-8746-E7BA8977681B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KAIROSVERSE Pvt.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41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1FA40B0-8EAA-4A59-9E91-EF889DDA537F}" type="datetime1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KAIROSVERSE Pvt.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C3069-F549-4732-B6F9-C4DEDCCC4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989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CCE1D-3A71-EB29-E044-A6E124B3E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916" y="4854346"/>
            <a:ext cx="9149350" cy="868026"/>
          </a:xfrm>
        </p:spPr>
        <p:txBody>
          <a:bodyPr>
            <a:normAutofit/>
          </a:bodyPr>
          <a:lstStyle/>
          <a:p>
            <a:r>
              <a:rPr lang="en-US" sz="4800" b="0" i="0" u="none" strike="noStrike" baseline="0">
                <a:solidFill>
                  <a:srgbClr val="EBEBEB"/>
                </a:solidFill>
                <a:latin typeface="Cooper Black" panose="0208090404030B020404" pitchFamily="18" charset="0"/>
              </a:rPr>
              <a:t>RESERVED WORDS </a:t>
            </a:r>
            <a:endParaRPr lang="en-US" sz="4800">
              <a:solidFill>
                <a:srgbClr val="EBEBEB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03E69-8958-FA34-194B-34C482C4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1612" y="677151"/>
            <a:ext cx="838199" cy="767687"/>
          </a:xfrm>
        </p:spPr>
        <p:txBody>
          <a:bodyPr/>
          <a:lstStyle/>
          <a:p>
            <a:fld id="{177C3069-F549-4732-B6F9-C4DEDCCC4A64}" type="slidenum">
              <a:rPr lang="en-US" smtClean="0"/>
              <a:t>1</a:t>
            </a:fld>
            <a:endParaRPr lang="en-US"/>
          </a:p>
        </p:txBody>
      </p:sp>
      <p:pic>
        <p:nvPicPr>
          <p:cNvPr id="9" name="Picture 8" descr="A picture containing logo">
            <a:extLst>
              <a:ext uri="{FF2B5EF4-FFF2-40B4-BE49-F238E27FC236}">
                <a16:creationId xmlns:a16="http://schemas.microsoft.com/office/drawing/2014/main" id="{27AD17E4-B51C-C70A-7220-32BA1D36A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2930"/>
            <a:ext cx="25527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99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06C9C-1C15-4BB8-A6AB-A7AB23078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57810"/>
            <a:ext cx="8946541" cy="5890590"/>
          </a:xfrm>
        </p:spPr>
        <p:txBody>
          <a:bodyPr/>
          <a:lstStyle/>
          <a:p>
            <a:pPr marL="0" indent="0">
              <a:buNone/>
            </a:pPr>
            <a:r>
              <a:rPr lang="en-US" sz="24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 Python some words are reserved to represent some meaning or functionality. Such types of words are called </a:t>
            </a:r>
            <a:r>
              <a:rPr lang="en-US" sz="2400" b="1" i="0" u="none" strike="noStrike" baseline="0" dirty="0">
                <a:solidFill>
                  <a:srgbClr val="000000"/>
                </a:solidFill>
                <a:highlight>
                  <a:srgbClr val="808000"/>
                </a:highlight>
                <a:latin typeface="Calibri" panose="020F0502020204030204" pitchFamily="34" charset="0"/>
              </a:rPr>
              <a:t>reserved words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pPr marL="0" indent="0">
              <a:buNone/>
            </a:pPr>
            <a:endParaRPr lang="en-US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There are 33 reserved words available in Python. </a:t>
            </a: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     True, False, None,</a:t>
            </a: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     and, or ,not,is,</a:t>
            </a: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     if, elif, else,</a:t>
            </a: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     while, for, break, continue, return, in, yield,</a:t>
            </a: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     try, except, finally, raise, assert,</a:t>
            </a: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     import, from, as, class, def, pass, global, nonlocal, lambda, del, with </a:t>
            </a: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58613-D3BE-7DA9-1E6D-C6495511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6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AD5BC-0857-E6AC-82BD-0A22E0E2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983" y="248477"/>
            <a:ext cx="9690651" cy="6281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u="none" strike="noStrike" baseline="0" dirty="0">
                <a:solidFill>
                  <a:srgbClr val="FF0000"/>
                </a:solidFill>
                <a:latin typeface="Calibri" panose="020F0502020204030204" pitchFamily="34" charset="0"/>
              </a:rPr>
              <a:t>Note: </a:t>
            </a:r>
            <a:endParaRPr lang="en-US" sz="2400" b="0" i="0" u="none" strike="noStrike" baseline="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1. All Reserved words in Python contain only alphabet symbols. 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2. Except the following 3 reserved words, all contain only lower-case alphabet symbols. 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True 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False 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None 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Eg: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a= true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Webdings" panose="05030102010509060703" pitchFamily="18" charset="2"/>
              </a:rPr>
              <a:t> </a:t>
            </a:r>
          </a:p>
          <a:p>
            <a:pPr marL="0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           a=True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howcard Gothic" panose="04020904020102020604" pitchFamily="82" charset="0"/>
              </a:rPr>
              <a:t>√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highlight>
                  <a:srgbClr val="C0C0C0"/>
                </a:highlight>
                <a:latin typeface="Calibri" panose="020F0502020204030204" pitchFamily="34" charset="0"/>
              </a:rPr>
              <a:t>Program:--</a:t>
            </a:r>
            <a:endParaRPr lang="en-US" sz="1800" b="1" i="0" u="none" strike="noStrike" baseline="0" dirty="0">
              <a:solidFill>
                <a:srgbClr val="000000"/>
              </a:solidFill>
              <a:highlight>
                <a:srgbClr val="C0C0C0"/>
              </a:highlight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import keyword 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&gt;&gt;&gt; keyword.kwlist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Output:--</a:t>
            </a:r>
            <a:endParaRPr lang="en-US" sz="1800" b="0" i="0" u="none" strike="noStrike" baseline="0" dirty="0">
              <a:solidFill>
                <a:srgbClr val="000000"/>
              </a:solidFill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['False', 'None', 'True', 'and', 'as', 'assert', 'break', 'class', 'continue', 'def', 'del', 'elif', 'else', 'except', 'finally', 'for', 'from', 'global', 'if', 'import', 'in', 'is', 'lambda', 'nonlocal', 'not', 'or', 'pass', 'raise', 'return', 'try', 'while', 'with', 'yield']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2D152-2BF1-6A59-2645-84964F98C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3069-F549-4732-B6F9-C4DEDCCC4A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062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223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Century Gothic</vt:lpstr>
      <vt:lpstr>Cooper Black</vt:lpstr>
      <vt:lpstr>Showcard Gothic</vt:lpstr>
      <vt:lpstr>Webdings</vt:lpstr>
      <vt:lpstr>Wingdings</vt:lpstr>
      <vt:lpstr>Wingdings 3</vt:lpstr>
      <vt:lpstr>Ion</vt:lpstr>
      <vt:lpstr>RESERVED WORDS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RESERVED WORDS </dc:title>
  <dc:creator>Pankaj, Prateek (ADV D AA SGI SW&amp;CS DG-R&amp;D-GC CSW TA)</dc:creator>
  <cp:lastModifiedBy>admin</cp:lastModifiedBy>
  <cp:revision>7</cp:revision>
  <dcterms:created xsi:type="dcterms:W3CDTF">2023-01-10T19:11:53Z</dcterms:created>
  <dcterms:modified xsi:type="dcterms:W3CDTF">2026-02-08T17:53:10Z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d258917-277f-42cd-a3cd-14c4e9ee58bc_Enabled">
    <vt:lpwstr>true</vt:lpwstr>
  </property>
  <property fmtid="{D5CDD505-2E9C-101B-9397-08002B2CF9AE}" pid="3" name="MSIP_Label_9d258917-277f-42cd-a3cd-14c4e9ee58bc_SetDate">
    <vt:lpwstr>2023-01-11T07:52:21Z</vt:lpwstr>
  </property>
  <property fmtid="{D5CDD505-2E9C-101B-9397-08002B2CF9AE}" pid="4" name="MSIP_Label_9d258917-277f-42cd-a3cd-14c4e9ee58bc_Method">
    <vt:lpwstr>Standard</vt:lpwstr>
  </property>
  <property fmtid="{D5CDD505-2E9C-101B-9397-08002B2CF9AE}" pid="5" name="MSIP_Label_9d258917-277f-42cd-a3cd-14c4e9ee58bc_Name">
    <vt:lpwstr>restricted</vt:lpwstr>
  </property>
  <property fmtid="{D5CDD505-2E9C-101B-9397-08002B2CF9AE}" pid="6" name="MSIP_Label_9d258917-277f-42cd-a3cd-14c4e9ee58bc_SiteId">
    <vt:lpwstr>38ae3bcd-9579-4fd4-adda-b42e1495d55a</vt:lpwstr>
  </property>
  <property fmtid="{D5CDD505-2E9C-101B-9397-08002B2CF9AE}" pid="7" name="MSIP_Label_9d258917-277f-42cd-a3cd-14c4e9ee58bc_ActionId">
    <vt:lpwstr>6a516c04-c305-446c-bbdb-4bf4904cfde0</vt:lpwstr>
  </property>
  <property fmtid="{D5CDD505-2E9C-101B-9397-08002B2CF9AE}" pid="8" name="MSIP_Label_9d258917-277f-42cd-a3cd-14c4e9ee58bc_ContentBits">
    <vt:lpwstr>0</vt:lpwstr>
  </property>
  <property fmtid="{D5CDD505-2E9C-101B-9397-08002B2CF9AE}" pid="9" name="Document_Confidentiality">
    <vt:lpwstr>Restricted</vt:lpwstr>
  </property>
</Properties>
</file>